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hope as confident expectation, not wishful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futility and how it connects to Genesis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bodily resurrection vs spiritualized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 slide: encourage endurance and faithful living.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Hope of the Resurrection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Romans 8:18–25</a:t>
            </a:r>
          </a:p>
          <a:p>
            <a:r>
              <a:t>Pastor John Doe</a:t>
            </a:r>
          </a:p>
          <a:p>
            <a:r>
              <a:t>Week 12 – Romans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Resurrection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It gives meaning to our present sufferings</a:t>
            </a:r>
          </a:p>
          <a:p>
            <a:pPr/>
            <a:r>
              <a:t>It assures us that pain is not the final word</a:t>
            </a:r>
          </a:p>
          <a:p>
            <a:pPr/>
            <a:r>
              <a:t>It anchors Christian hope in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 Groans for Redemption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Paul says creation is subjected to futility (Rom 8:20)</a:t>
            </a:r>
          </a:p>
          <a:p>
            <a:pPr/>
            <a:r>
              <a:t>This is because of sin entering the world</a:t>
            </a:r>
          </a:p>
          <a:p>
            <a:pPr/>
            <a:r>
              <a:t>Yet creation waits with eager longing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Future Glory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sufferings of this present time are not worth comparing</a:t>
            </a:r>
          </a:p>
          <a:p>
            <a:pPr/>
            <a:r>
              <a:t>Glory will be revealed to us (Romans 8:18)</a:t>
            </a:r>
          </a:p>
          <a:p>
            <a:pPr/>
            <a:r>
              <a:t>Our bodies will be redeemed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Living in Hope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wait patiently</a:t>
            </a:r>
          </a:p>
          <a:p>
            <a:pPr/>
            <a:r>
              <a:t>We trust God’s promises</a:t>
            </a:r>
          </a:p>
          <a:p>
            <a:pPr/>
            <a:r>
              <a:t>We live as people of hope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